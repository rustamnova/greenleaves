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573626c0904e99" /><Relationship Type="http://schemas.openxmlformats.org/officeDocument/2006/relationships/extended-properties" Target="/docProps/app.xml" Id="R24001a64801e4908" /><Relationship Type="http://schemas.openxmlformats.org/officeDocument/2006/relationships/officeDocument" Target="/ppt/presentation.xml" Id="R828646aca37447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ae284adb234be0"/>
  </p:sldMasterIdLst>
  <p:notesMasterIdLst>
    <p:notesMasterId xmlns:r="http://schemas.openxmlformats.org/officeDocument/2006/relationships" r:id="R0ff4a465ae144c1b"/>
  </p:notesMasterIdLst>
  <p:sldIdLst>
    <p:sldId xmlns:r="http://schemas.openxmlformats.org/officeDocument/2006/relationships" id="256" r:id="R71ecf73aa95e42cf"/>
    <p:sldId xmlns:r="http://schemas.openxmlformats.org/officeDocument/2006/relationships" id="257" r:id="Ra371ebad74b646eb"/>
    <p:sldId xmlns:r="http://schemas.openxmlformats.org/officeDocument/2006/relationships" id="258" r:id="R2fea5d958ee947fa"/>
    <p:sldId xmlns:r="http://schemas.openxmlformats.org/officeDocument/2006/relationships" id="259" r:id="Rc7462d15a69645ad"/>
    <p:sldId xmlns:r="http://schemas.openxmlformats.org/officeDocument/2006/relationships" id="260" r:id="R5be704b42efe4d47"/>
    <p:sldId xmlns:r="http://schemas.openxmlformats.org/officeDocument/2006/relationships" id="261" r:id="R02cc73d9247a46f8"/>
    <p:sldId xmlns:r="http://schemas.openxmlformats.org/officeDocument/2006/relationships" id="262" r:id="R16013fdbc82e4e52"/>
    <p:sldId xmlns:r="http://schemas.openxmlformats.org/officeDocument/2006/relationships" id="263" r:id="R78869ebf8d8646a0"/>
    <p:sldId xmlns:r="http://schemas.openxmlformats.org/officeDocument/2006/relationships" id="264" r:id="Ra920d9db4c6b44a4"/>
    <p:sldId xmlns:r="http://schemas.openxmlformats.org/officeDocument/2006/relationships" id="265" r:id="R087f9b07835648d3"/>
    <p:sldId xmlns:r="http://schemas.openxmlformats.org/officeDocument/2006/relationships" id="266" r:id="R2420c87a828d428a"/>
    <p:sldId xmlns:r="http://schemas.openxmlformats.org/officeDocument/2006/relationships" id="267" r:id="R9872fcf8b8714744"/>
    <p:sldId xmlns:r="http://schemas.openxmlformats.org/officeDocument/2006/relationships" id="268" r:id="Rd0cbdd8cf96642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24568fd2bb4370" /><Relationship Type="http://schemas.openxmlformats.org/officeDocument/2006/relationships/slideMaster" Target="/ppt/slideMasters/slideMaster1.xml" Id="R64ae284adb234be0" /><Relationship Type="http://schemas.openxmlformats.org/officeDocument/2006/relationships/notesMaster" Target="/ppt/notesMasters/notesMaster1.xml" Id="R0ff4a465ae144c1b" /><Relationship Type="http://schemas.openxmlformats.org/officeDocument/2006/relationships/presProps" Target="/ppt/presProps.xml" Id="Rb3170bc03f2a4252" /><Relationship Type="http://schemas.openxmlformats.org/officeDocument/2006/relationships/viewProps" Target="/ppt/viewProps.xml" Id="Rba23268ae3204080" /><Relationship Type="http://schemas.openxmlformats.org/officeDocument/2006/relationships/tableStyles" Target="/ppt/tableStyles.xml" Id="Ra826764092fe4bdf" /><Relationship Type="http://schemas.openxmlformats.org/officeDocument/2006/relationships/slide" Target="/ppt/slides/slide1.xml" Id="R71ecf73aa95e42cf" /><Relationship Type="http://schemas.openxmlformats.org/officeDocument/2006/relationships/slide" Target="/ppt/slides/slide2.xml" Id="Ra371ebad74b646eb" /><Relationship Type="http://schemas.openxmlformats.org/officeDocument/2006/relationships/slide" Target="/ppt/slides/slide3.xml" Id="R2fea5d958ee947fa" /><Relationship Type="http://schemas.openxmlformats.org/officeDocument/2006/relationships/slide" Target="/ppt/slides/slide4.xml" Id="Rc7462d15a69645ad" /><Relationship Type="http://schemas.openxmlformats.org/officeDocument/2006/relationships/slide" Target="/ppt/slides/slide5.xml" Id="R5be704b42efe4d47" /><Relationship Type="http://schemas.openxmlformats.org/officeDocument/2006/relationships/slide" Target="/ppt/slides/slide6.xml" Id="R02cc73d9247a46f8" /><Relationship Type="http://schemas.openxmlformats.org/officeDocument/2006/relationships/slide" Target="/ppt/slides/slide7.xml" Id="R16013fdbc82e4e52" /><Relationship Type="http://schemas.openxmlformats.org/officeDocument/2006/relationships/slide" Target="/ppt/slides/slide8.xml" Id="R78869ebf8d8646a0" /><Relationship Type="http://schemas.openxmlformats.org/officeDocument/2006/relationships/slide" Target="/ppt/slides/slide9.xml" Id="Ra920d9db4c6b44a4" /><Relationship Type="http://schemas.openxmlformats.org/officeDocument/2006/relationships/slide" Target="/ppt/slides/slide10.xml" Id="R087f9b07835648d3" /><Relationship Type="http://schemas.openxmlformats.org/officeDocument/2006/relationships/slide" Target="/ppt/slides/slide11.xml" Id="R2420c87a828d428a" /><Relationship Type="http://schemas.openxmlformats.org/officeDocument/2006/relationships/slide" Target="/ppt/slides/slide12.xml" Id="R9872fcf8b8714744" /><Relationship Type="http://schemas.openxmlformats.org/officeDocument/2006/relationships/slide" Target="/ppt/slides/slide13.xml" Id="Rd0cbdd8cf96642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689ddfe4b543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ef356c7a74236" /><Relationship Type="http://schemas.openxmlformats.org/officeDocument/2006/relationships/notesMaster" Target="/ppt/notesMasters/notesMaster1.xml" Id="R8de6a349d2284e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c06eeaf42b4d6e" /><Relationship Type="http://schemas.openxmlformats.org/officeDocument/2006/relationships/notesMaster" Target="/ppt/notesMasters/notesMaster1.xml" Id="R19ea284713ee4d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79c071c1484849" /><Relationship Type="http://schemas.openxmlformats.org/officeDocument/2006/relationships/notesMaster" Target="/ppt/notesMasters/notesMaster1.xml" Id="Rc9a741ae6f5440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a236ce8fad42cc" /><Relationship Type="http://schemas.openxmlformats.org/officeDocument/2006/relationships/notesMaster" Target="/ppt/notesMasters/notesMaster1.xml" Id="R39b881818bcc4c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ef7a6d7b0a4011" /><Relationship Type="http://schemas.openxmlformats.org/officeDocument/2006/relationships/notesMaster" Target="/ppt/notesMasters/notesMaster1.xml" Id="Re2d604a98b3a4f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a932ad117f4b75" /><Relationship Type="http://schemas.openxmlformats.org/officeDocument/2006/relationships/notesMaster" Target="/ppt/notesMasters/notesMaster1.xml" Id="Rba4be25cd6d443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2a7cea66a94a81" /><Relationship Type="http://schemas.openxmlformats.org/officeDocument/2006/relationships/notesMaster" Target="/ppt/notesMasters/notesMaster1.xml" Id="R07e64aee4cbe43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e6d945f7b14f87" /><Relationship Type="http://schemas.openxmlformats.org/officeDocument/2006/relationships/notesMaster" Target="/ppt/notesMasters/notesMaster1.xml" Id="Re60c92ffb37e45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85269a30dc4fac" /><Relationship Type="http://schemas.openxmlformats.org/officeDocument/2006/relationships/notesMaster" Target="/ppt/notesMasters/notesMaster1.xml" Id="R41f148022a104e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fa228ce98b49ea" /><Relationship Type="http://schemas.openxmlformats.org/officeDocument/2006/relationships/notesMaster" Target="/ppt/notesMasters/notesMaster1.xml" Id="R82cd9e41fccc48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6b042faac8b4a31" /><Relationship Type="http://schemas.openxmlformats.org/officeDocument/2006/relationships/notesMaster" Target="/ppt/notesMasters/notesMaster1.xml" Id="R6b1f2400aac748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f65dd912f04774" /><Relationship Type="http://schemas.openxmlformats.org/officeDocument/2006/relationships/notesMaster" Target="/ppt/notesMasters/notesMaster1.xml" Id="Rc58690c070e349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1e6807fa904830" /><Relationship Type="http://schemas.openxmlformats.org/officeDocument/2006/relationships/notesMaster" Target="/ppt/notesMasters/notesMaster1.xml" Id="R461464bec12148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Версия для предварительного обсуждения, 29.09.2026. Название проекта: Greenleaves. Пользователь подтвердил ФИО и роли двух участников. Город, организации, фотографии и личные контакты не предоставлены. Источник оформления: официальный шаблон https://mostech-cloud.mos.ru/apps/ditdocuments/s/bnxfqRnTp3c7eke?fileId=435975367 , исходный слайд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Продукт и функции: https://github.com/rustamnova/greenleaves , site/studio/engine.js, scripts/cli.mjs. 29.09.2026 пользователь подтвердил состав: Полянский Егор Борисович — капитан, маркетинг и IT-проекты; Абсалямов Рустам Мунирович — разработка, инженер и IT-проекты. Город и организации не указаны. Исходный обязательный слайд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Сохраняется исходная структура пяти карточек обязательного слайда 9. Известны два участника, поэтому три карточки не обозначают вымышленных людей. Полные ФИО и роли подтверждены пользователем 29.09.2026. Фотографии, город, контакты в мессенджере, телефоны и организации не предоставлены. GitHub-идентификаторы приведены вместо неподтверждённых мессенджеров.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История и мотивация: предоставленная пользователем переписка и задачи. Не утверждаем участие команды в прошлых хакатонах. Текущий реальный прогон пока блокируется пустыми REGION. Исходный обязательный слайд 10.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 детерминированный алгоритм без обученной нейросети. Расстояния пока проектные допущения. Бизнес-модель и экономический эффект не проверены. Исходный обязательный слайд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Потребность сформулирована по ТЗ задачи №3. Ускорение работы является гипотезой до измерения на согласованном пилоте.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Работающий прототип: https://rustamnova.github.io/greenleaves/studio/?demo=1 . Встроенный пример синтетический. Он не является результатом проверки датасета 20 улиц.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Локальная проверка 28.09.2026: .private/pilot-3park/prepared/preparation-audit.json. Число 2490 относится ко всей разобранной подоснове, а не только выбранному фрагменту. Для пустых REGION нельзя определить безопасные границы влияния. Официальный архив 11 468 203 206 байт, 3132 фактических файла после исключения служебных записей. Исходник: https://mostech-cloud.mos.ru/s/EpPFwWqDk3k82qp . Пароль и реальные CAD не публикуются.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Команды: node --test tests/*.test.mjs; python -m unittest discover -s tests -p test_prepare_cad.py. Проверки синтетических геометрических случаев не равны проверке 20 улиц. Сохранение сущностей относится к экспортируемому согласованному DXF, а не к гарантии безошибочной DWG-конвертации.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Исходники: scripts/prepare-cad.py, site/studio/engine.js, scripts/cli.mjs, site/studio/app.js. DWG требует отдельного проверенного конвертера. Серверный API и обучение модели отсутствуют. Docker/Linux пока не проверены.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пилота и показатели являются предложением команды. Платящих клиентов, выручку, процент экономии времени и коммерческие договорённости не заявляем.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Московский пилот не завершён. Дубай является направлением будущего исследования по запросу пользователя. Применимость московских численных отступов в Дубае не предполагается. Прогнозов снижения температуры и водопотребления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Публичные ссылки на синтетическую демонстрацию. Реальные CAD, частная переписка, пароли и личные телефоны в публичный пакет не включаются. Обсуждаемые ограничения: полнота реального CAD и нормативная верификация.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69e29358147a7" /><Relationship Type="http://schemas.openxmlformats.org/officeDocument/2006/relationships/image" Target="/ppt/media/image2.png" Id="R4264240278c142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0e07688604c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1fbceaa5a49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5c558e9dd46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0e1f7467347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fea8afd464fd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46d70f724439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5274c3016f43d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49960681344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eba5a3b8d1420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8918f8ba084f1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51d6edc0ec49f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a554d17464a6d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eb30578014e0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5351a325d045bd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39ed20dce477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19ff201074211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ec8bd82c94d23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327f000527400d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96d1d6e0c4a4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4e91b4a344bf5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f2ad326da486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5f40e79ad40ea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4264240278c142f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730294da2a044eb1" /><Relationship Type="http://schemas.openxmlformats.org/officeDocument/2006/relationships/theme" Target="/ppt/slideMasters/theme/theme2.xml" Id="R2e2a1a71a8eb4c05" /><Relationship Type="http://schemas.openxmlformats.org/officeDocument/2006/relationships/slideLayout" Target="/ppt/slideLayouts/slideLayout1.xml" Id="R8b7737a42a2647fa" /><Relationship Type="http://schemas.openxmlformats.org/officeDocument/2006/relationships/slideLayout" Target="/ppt/slideLayouts/slideLayout2.xml" Id="Rcd434e8c5b1645bc" /><Relationship Type="http://schemas.openxmlformats.org/officeDocument/2006/relationships/slideLayout" Target="/ppt/slideLayouts/slideLayout3.xml" Id="Rcf31705c26334a5a" /><Relationship Type="http://schemas.openxmlformats.org/officeDocument/2006/relationships/slideLayout" Target="/ppt/slideLayouts/slideLayout4.xml" Id="R103e854a7a3f4aaa" /><Relationship Type="http://schemas.openxmlformats.org/officeDocument/2006/relationships/slideLayout" Target="/ppt/slideLayouts/slideLayout5.xml" Id="R4e58a08f705546f6" /><Relationship Type="http://schemas.openxmlformats.org/officeDocument/2006/relationships/slideLayout" Target="/ppt/slideLayouts/slideLayout6.xml" Id="Rb1692bb57b6f479a" /><Relationship Type="http://schemas.openxmlformats.org/officeDocument/2006/relationships/slideLayout" Target="/ppt/slideLayouts/slideLayout7.xml" Id="R4f2f0fa8954c4b47" /><Relationship Type="http://schemas.openxmlformats.org/officeDocument/2006/relationships/slideLayout" Target="/ppt/slideLayouts/slideLayout8.xml" Id="Rfc889c170eb842da" /><Relationship Type="http://schemas.openxmlformats.org/officeDocument/2006/relationships/slideLayout" Target="/ppt/slideLayouts/slideLayout9.xml" Id="R251eae6985c84491" /><Relationship Type="http://schemas.openxmlformats.org/officeDocument/2006/relationships/slideLayout" Target="/ppt/slideLayouts/slideLayout10.xml" Id="R2f79692c647b4c89" /><Relationship Type="http://schemas.openxmlformats.org/officeDocument/2006/relationships/slideLayout" Target="/ppt/slideLayouts/slideLayout11.xml" Id="R3ae4a43f83c9478d" /><Relationship Type="http://schemas.openxmlformats.org/officeDocument/2006/relationships/slideLayout" Target="/ppt/slideLayouts/slideLayout12.xml" Id="Rbae8bce0f82e4338" /><Relationship Type="http://schemas.openxmlformats.org/officeDocument/2006/relationships/slideLayout" Target="/ppt/slideLayouts/slideLayout13.xml" Id="R28e9a87e463f4cf8" /><Relationship Type="http://schemas.openxmlformats.org/officeDocument/2006/relationships/slideLayout" Target="/ppt/slideLayouts/slideLayout14.xml" Id="R9433014d5ab044d4" /><Relationship Type="http://schemas.openxmlformats.org/officeDocument/2006/relationships/slideLayout" Target="/ppt/slideLayouts/slideLayout15.xml" Id="R80478d95d78749a6" /><Relationship Type="http://schemas.openxmlformats.org/officeDocument/2006/relationships/slideLayout" Target="/ppt/slideLayouts/slideLayout16.xml" Id="Re7b3b5fdf86a46ea" /><Relationship Type="http://schemas.openxmlformats.org/officeDocument/2006/relationships/slideLayout" Target="/ppt/slideLayouts/slideLayout17.xml" Id="R282517a6c4524d02" /><Relationship Type="http://schemas.openxmlformats.org/officeDocument/2006/relationships/slideLayout" Target="/ppt/slideLayouts/slideLayout18.xml" Id="R228ab54827964795" /><Relationship Type="http://schemas.openxmlformats.org/officeDocument/2006/relationships/slideLayout" Target="/ppt/slideLayouts/slideLayout19.xml" Id="R2fe6eae36ae4456e" /><Relationship Type="http://schemas.openxmlformats.org/officeDocument/2006/relationships/slideLayout" Target="/ppt/slideLayouts/slideLayout20.xml" Id="R678ab337e72844b0" /><Relationship Type="http://schemas.openxmlformats.org/officeDocument/2006/relationships/slideLayout" Target="/ppt/slideLayouts/slideLayout21.xml" Id="R151c874f134f4cd6" /><Relationship Type="http://schemas.openxmlformats.org/officeDocument/2006/relationships/slideLayout" Target="/ppt/slideLayouts/slideLayout22.xml" Id="R5589911aba0946b8" /><Relationship Type="http://schemas.openxmlformats.org/officeDocument/2006/relationships/slideLayout" Target="/ppt/slideLayouts/slideLayout23.xml" Id="Rc637cbd660594d17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30294da2a044eb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7737a42a2647fa"/>
    <p:sldLayoutId xmlns:r="http://schemas.openxmlformats.org/officeDocument/2006/relationships" id="2147483650" r:id="Rcd434e8c5b1645bc"/>
    <p:sldLayoutId xmlns:r="http://schemas.openxmlformats.org/officeDocument/2006/relationships" id="2147483651" r:id="Rcf31705c26334a5a"/>
    <p:sldLayoutId xmlns:r="http://schemas.openxmlformats.org/officeDocument/2006/relationships" id="2147483652" r:id="R103e854a7a3f4aaa"/>
    <p:sldLayoutId xmlns:r="http://schemas.openxmlformats.org/officeDocument/2006/relationships" id="2147483653" r:id="R4e58a08f705546f6"/>
    <p:sldLayoutId xmlns:r="http://schemas.openxmlformats.org/officeDocument/2006/relationships" id="2147483654" r:id="Rb1692bb57b6f479a"/>
    <p:sldLayoutId xmlns:r="http://schemas.openxmlformats.org/officeDocument/2006/relationships" id="2147483655" r:id="R4f2f0fa8954c4b47"/>
    <p:sldLayoutId xmlns:r="http://schemas.openxmlformats.org/officeDocument/2006/relationships" id="2147483656" r:id="Rfc889c170eb842da"/>
    <p:sldLayoutId xmlns:r="http://schemas.openxmlformats.org/officeDocument/2006/relationships" id="2147483657" r:id="R251eae6985c84491"/>
    <p:sldLayoutId xmlns:r="http://schemas.openxmlformats.org/officeDocument/2006/relationships" id="2147483658" r:id="R2f79692c647b4c89"/>
    <p:sldLayoutId xmlns:r="http://schemas.openxmlformats.org/officeDocument/2006/relationships" id="2147483659" r:id="R3ae4a43f83c9478d"/>
    <p:sldLayoutId xmlns:r="http://schemas.openxmlformats.org/officeDocument/2006/relationships" id="2147483660" r:id="Rbae8bce0f82e4338"/>
    <p:sldLayoutId xmlns:r="http://schemas.openxmlformats.org/officeDocument/2006/relationships" id="2147483661" r:id="R28e9a87e463f4cf8"/>
    <p:sldLayoutId xmlns:r="http://schemas.openxmlformats.org/officeDocument/2006/relationships" id="2147483662" r:id="R9433014d5ab044d4"/>
    <p:sldLayoutId xmlns:r="http://schemas.openxmlformats.org/officeDocument/2006/relationships" id="2147483663" r:id="R80478d95d78749a6"/>
    <p:sldLayoutId xmlns:r="http://schemas.openxmlformats.org/officeDocument/2006/relationships" id="2147483664" r:id="Re7b3b5fdf86a46ea"/>
    <p:sldLayoutId xmlns:r="http://schemas.openxmlformats.org/officeDocument/2006/relationships" id="2147483665" r:id="R282517a6c4524d02"/>
    <p:sldLayoutId xmlns:r="http://schemas.openxmlformats.org/officeDocument/2006/relationships" id="2147483666" r:id="R228ab54827964795"/>
    <p:sldLayoutId xmlns:r="http://schemas.openxmlformats.org/officeDocument/2006/relationships" id="2147483667" r:id="R2fe6eae36ae4456e"/>
    <p:sldLayoutId xmlns:r="http://schemas.openxmlformats.org/officeDocument/2006/relationships" id="2147483668" r:id="R678ab337e72844b0"/>
    <p:sldLayoutId xmlns:r="http://schemas.openxmlformats.org/officeDocument/2006/relationships" id="2147483669" r:id="R151c874f134f4cd6"/>
    <p:sldLayoutId xmlns:r="http://schemas.openxmlformats.org/officeDocument/2006/relationships" id="2147483670" r:id="R5589911aba0946b8"/>
    <p:sldLayoutId xmlns:r="http://schemas.openxmlformats.org/officeDocument/2006/relationships" id="2147483671" r:id="Rc637cbd660594d17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3c204b7b94771" /><Relationship Type="http://schemas.openxmlformats.org/officeDocument/2006/relationships/notesSlide" Target="/ppt/notesSlides/notesSlide1.xml" Id="Ra5b1c398bcfb40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8160417f294843" /><Relationship Type="http://schemas.openxmlformats.org/officeDocument/2006/relationships/image" Target="/ppt/media/image3.png" Id="R5f5ef6f938644417" /><Relationship Type="http://schemas.openxmlformats.org/officeDocument/2006/relationships/notesSlide" Target="/ppt/notesSlides/notesSlide2.xml" Id="R87737bede4a74e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f3ef8a813046d0" /><Relationship Type="http://schemas.openxmlformats.org/officeDocument/2006/relationships/image" Target="/ppt/media/image.png" Id="R30cba51fb62443a2" /><Relationship Type="http://schemas.openxmlformats.org/officeDocument/2006/relationships/notesSlide" Target="/ppt/notesSlides/notesSlide3.xml" Id="Ref31f8205b8d49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68acefc53249f9" /><Relationship Type="http://schemas.openxmlformats.org/officeDocument/2006/relationships/image" Target="/ppt/media/image4.png" Id="R9a6e45f79091424a" /><Relationship Type="http://schemas.openxmlformats.org/officeDocument/2006/relationships/notesSlide" Target="/ppt/notesSlides/notesSlide4.xml" Id="R9d06158927ad4f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38955f13f81403b" /><Relationship Type="http://schemas.openxmlformats.org/officeDocument/2006/relationships/image" Target="/ppt/media/image.png" Id="R7a3b90a950ee4a4a" /><Relationship Type="http://schemas.openxmlformats.org/officeDocument/2006/relationships/notesSlide" Target="/ppt/notesSlides/notesSlide5.xml" Id="R23e562dda0544b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6a31b1d83ae4236" /><Relationship Type="http://schemas.openxmlformats.org/officeDocument/2006/relationships/image" Target="/ppt/media/image.png" Id="R6e0c977c55314329" /><Relationship Type="http://schemas.openxmlformats.org/officeDocument/2006/relationships/notesSlide" Target="/ppt/notesSlides/notesSlide6.xml" Id="R7eaad01b822047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e3475d21e404149" /><Relationship Type="http://schemas.openxmlformats.org/officeDocument/2006/relationships/image" Target="/ppt/media/image.png" Id="R97886f668c634243" /><Relationship Type="http://schemas.openxmlformats.org/officeDocument/2006/relationships/image" Target="/ppt/media/image.jpeg" Id="R88253135effe47a2" /><Relationship Type="http://schemas.openxmlformats.org/officeDocument/2006/relationships/notesSlide" Target="/ppt/notesSlides/notesSlide7.xml" Id="R274255287f6243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d0ae610aa6d4ae3" /><Relationship Type="http://schemas.openxmlformats.org/officeDocument/2006/relationships/image" Target="/ppt/media/image4.png" Id="R1e4a7d75d6b74f87" /><Relationship Type="http://schemas.openxmlformats.org/officeDocument/2006/relationships/notesSlide" Target="/ppt/notesSlides/notesSlide8.xml" Id="Ra1053b88a09d41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27dbe2f9f249418d" /><Relationship Type="http://schemas.openxmlformats.org/officeDocument/2006/relationships/image" Target="/ppt/media/image3.png" Id="R10fbd11afc084eff" /><Relationship Type="http://schemas.openxmlformats.org/officeDocument/2006/relationships/notesSlide" Target="/ppt/notesSlides/notesSlide9.xml" Id="R0972ec7920de4e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f247c9a1eaa41d6" /><Relationship Type="http://schemas.openxmlformats.org/officeDocument/2006/relationships/image" Target="/ppt/media/image4.png" Id="Reb4ef716ccce46b1" /><Relationship Type="http://schemas.openxmlformats.org/officeDocument/2006/relationships/notesSlide" Target="/ppt/notesSlides/notesSlide10.xml" Id="Rdb46ffebe0f24e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d4ef4c36808464f" /><Relationship Type="http://schemas.openxmlformats.org/officeDocument/2006/relationships/image" Target="/ppt/media/image4.png" Id="R78680892f3254955" /><Relationship Type="http://schemas.openxmlformats.org/officeDocument/2006/relationships/notesSlide" Target="/ppt/notesSlides/notesSlide11.xml" Id="R00a0908321d741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3d04638e4c242b0" /><Relationship Type="http://schemas.openxmlformats.org/officeDocument/2006/relationships/image" Target="/ppt/media/image4.png" Id="Rb2a50a814ee14264" /><Relationship Type="http://schemas.openxmlformats.org/officeDocument/2006/relationships/notesSlide" Target="/ppt/notesSlides/notesSlide12.xml" Id="Rac03292e71b04e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5213bbb67f9423d" /><Relationship Type="http://schemas.openxmlformats.org/officeDocument/2006/relationships/image" Target="/ppt/media/image.png" Id="Rf2f8e66a36d6487b" /><Relationship Type="http://schemas.openxmlformats.org/officeDocument/2006/relationships/notesSlide" Target="/ppt/notesSlides/notesSlide13.xml" Id="R65c2914e0f9e47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4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GREENLEAVES</a:t>
            </a:r>
            <a:endParaRPr sz="4800"/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305186" y="329801"/>
            <a:ext cx="5193299" cy="1082589"/>
          </a:xfrm>
        </p:spPr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87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Эскиз озеленения на основе CAD</a:t>
            </a:r>
            <a:endParaRPr/>
          </a:p>
          <a:p xmlns:a="http://schemas.openxmlformats.org/drawingml/2006/main">
            <a:pPr indent="268288">
              <a:buNone/>
              <a:defRPr sz="187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Задача № 3 ДПиООС Москвы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E3997-2B44-4328-8DA5-4873CAFE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05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Greenleaves</a:t>
            </a:r>
          </a:p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f5ef6f93864441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Одно вычислительное ядро в браузере и CLI. Повторная проверка каждой правки. Объяснения отказов и сохранение исходных CAD-объектов.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</a:t>
            </a:r>
            <a:r>
              <a:rPr>
                <a:solidFill>
                  <a:schemeClr val="tx1"/>
                </a:solidFill>
              </a:rPr>
              <a:t>Полянский Егор Борисович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</a:t>
            </a:r>
            <a:r>
              <a:rPr>
                <a:solidFill>
                  <a:schemeClr val="tx1"/>
                </a:solidFill>
              </a:rPr>
              <a:t>2 человека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 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проект Рустама и Егора</a:t>
            </a:r>
            <a:r>
              <a:rPr i="1">
                <a:solidFill>
                  <a:schemeClr val="tx1"/>
                </a:solidFill>
              </a:rPr>
              <a:t> 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организации уточняются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уточняются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GREENLEAVES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511BE84D-C42F-4813-8063-F4019831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5F9734DB-396D-4971-BB53-D2CD4367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28390EC1-851B-4C33-8B44-7FBA58AC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Редактируемый эскиз посадок из DXF. Проектировщик проверяет слои, получает варианты и выгружает план с координатами растений.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E2598689-54C9-18A7-3A19-ED76AA08988F}" type="slidenum">
              <a:rPr sz="1200">
                <a:solidFill>
                  <a:schemeClr val="accent5"/>
                </a:solidFill>
              </a:rPr>
              <a:t>2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0cba51fb62443a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Капитан · маркетинг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IT-проекты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GitHub: Pro-polyanskiy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Телефон: не указан</a:t>
            </a:r>
            <a:endParaRPr sz="1200">
              <a:solidFill>
                <a:schemeClr val="tx1"/>
              </a:solidFill>
            </a:endParaRP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Организация: не указана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Полянский</a:t>
            </a:r>
          </a:p>
          <a:p xmlns:a="http://schemas.openxmlformats.org/drawingml/2006/main">
            <a:pPr marL="0" indent="0">
              <a:buNone/>
              <a:def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Егор Борисович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Разработка · инженер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IT-проекты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GitHub: rustamnova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Телефон: не указан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Организация: не указана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Абсалямов</a:t>
            </a:r>
          </a:p>
          <a:p xmlns:a="http://schemas.openxmlformats.org/drawingml/2006/main">
            <a:pPr marL="0" indent="0">
              <a:buNone/>
              <a:def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Рустам Мунирович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a6e45f79091424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РАЗРАБОТКА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Егор подготовил первый Python MVP. Мы сохранили его для аудита и развили проект в браузерную студию с общим ядром расчёта.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Главный вызов: сложные CAD-файлы и неполная геометрия после конвертации. Добавили обработку блоков и диагностику. При потере существенных объектов расчёт останавливается.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/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Хотим помогать проектировщикам находить места для озеленения в плотной городской среде. После московского пилота планируем изучить применение в Дубае.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/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8AC8B061-0589-46FD-B25B-38331CD5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C9E752EE-009F-45C6-A9AE-8AAE65EF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A0BDD1D-5D8C-4FB5-BB06-1F169AFF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a3b90a950ee4a4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Подготовка CAD с внешними ссылками и вложенными блоками.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Геометрический алгоритм учитывает контур, препятствия и расстояния между растениями.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Пользователь редактирует эскиз и получает DXF, ведомость и журнал проверок.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Первый сценарий: помощник проектировщика для московских улиц.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Следующий этап: пилот с экспертом и измерение времени подготовки вариантов.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Дубай рассматриваем отдельно: местные правила, ассортимент, тень и расход воды.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e0c977c5531432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bg1"/>
                </a:solidFill>
              </a:rPr>
              <a:t>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1C6855-93FE-425B-916B-B3F71B99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09625"/>
            <a:ext cx="4476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</a:t>
            </a:r>
          </a:p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проектировщика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35553-BC7B-4590-BCD5-04CC2F05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Сначала нужно собрать подоснову и понять ограничения участка. Затем найти варианты размещения и проверить каждую правку.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411F3-F979-4448-9D3E-7A11F4E8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берёт на себя</a:t>
            </a:r>
          </a:p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Greenleaves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29B362-B014-4A44-B08B-8B5D8D6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Предварительная расстановка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 расстояний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Объяснение отклонений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Редактируемый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7886f668c63424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bg1"/>
                </a:solidFill>
              </a:rPr>
              <a:t>7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36187-5B91-4809-97BD-E34C4A43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РАБОЧАЯ СТУДИЯ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1DCFED-B53E-4C31-A237-3D159118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Расчёт, правки и экспорт в браузере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53135effe47a2"/>
          <a:stretch xmlns:a="http://schemas.openxmlformats.org/drawingml/2006/main"/>
        </p:blipFill>
        <p:spPr>
          <a:xfrm xmlns:a="http://schemas.openxmlformats.org/drawingml/2006/main">
            <a:off x="2652184" y="2019300"/>
            <a:ext cx="6887632" cy="3876675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644830-0C86-4470-9608-800508E6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Синтетический пример · 180 предложений при заданном лимите · требуется проверка экспертом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e4a7d75d6b74f8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04C3E0-E09F-4659-92AA-878FF845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РЕАЛЬНЫЕ ДАННЫЕ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308FC-C192-4598-B35E-2DDC08DA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Пилот на 3-й Парковой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0601B7-D7B5-4A69-9427-AF8C0707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20 улиц в официальном архиве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A4E7B-6D85-4624-ABF6-014C1293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47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Извлечён выбранный комплект исходников одной улицы.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Для первого теста выбран фрагмент 250 м внутри реального контура.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Распознано 22 307 геометрических фрагментов.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D68F9F-E9FC-41AA-84C3-6376C965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4124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A41248"/>
                </a:solidFill>
                <a:latin typeface="Montserrat"/>
                <a:ea typeface="Montserrat"/>
                <a:cs typeface="Montserrat"/>
              </a:rPr>
              <a:t>Расчёт посадок пока заблокирован: 2 490 REGION без геометрического содержимого после конвертации. Полный датасет не валидирован.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0fbd11afc084ef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 5">
            <a:extLst xmlns:a="http://schemas.openxmlformats.org/drawingml/2006/main"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490" y="370426"/>
            <a:ext cx="5562510" cy="4423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521133" y="169502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521133" y="255203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521133" y="3409044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521133" y="426605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521133" y="512306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41475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Прямая соединительная линия 1">
            <a:extLst xmlns:a="http://schemas.openxmlformats.org/drawingml/2006/main">
              <a:ext uri="{FF2B5EF4-FFF2-40B4-BE49-F238E27FC236}">
                <a16:creationId xmlns:a16="http://schemas.microsoft.com/office/drawing/2014/main" id="{02A4A8DF-9AF4-4D3D-BB12-BCDC1C6E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1604660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Прямая соединительная линия 3">
            <a:extLst xmlns:a="http://schemas.openxmlformats.org/drawingml/2006/main">
              <a:ext uri="{FF2B5EF4-FFF2-40B4-BE49-F238E27FC236}">
                <a16:creationId xmlns:a16="http://schemas.microsoft.com/office/drawing/2014/main" id="{B40D9386-FC40-4ACE-9925-A8D04EBD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246553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Прямая соединительная линия 12">
            <a:extLst xmlns:a="http://schemas.openxmlformats.org/drawingml/2006/main">
              <a:ext uri="{FF2B5EF4-FFF2-40B4-BE49-F238E27FC236}">
                <a16:creationId xmlns:a16="http://schemas.microsoft.com/office/drawing/2014/main" id="{8A2E5F13-9B18-4077-BD0A-AA0C4BC9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334286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Прямая соединительная линия 13">
            <a:extLst xmlns:a="http://schemas.openxmlformats.org/drawingml/2006/main">
              <a:ext uri="{FF2B5EF4-FFF2-40B4-BE49-F238E27FC236}">
                <a16:creationId xmlns:a16="http://schemas.microsoft.com/office/drawing/2014/main" id="{8DBF3E41-5A88-4E5E-A371-6D9C859B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418312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Прямая соединительная линия 14">
            <a:extLst xmlns:a="http://schemas.openxmlformats.org/drawingml/2006/main">
              <a:ext uri="{FF2B5EF4-FFF2-40B4-BE49-F238E27FC236}">
                <a16:creationId xmlns:a16="http://schemas.microsoft.com/office/drawing/2014/main" id="{CC1DF78A-7D13-4FED-9F6A-97989822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5048098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BD6008-E7A1-4E4F-BDB3-B66CE978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Проверки качества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B07F8-7C4A-4A34-9356-FDBB6E72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240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21 тест JavaScript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6E3B73-ED49-4339-9E75-F7E8803F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240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Геометрия, правки, экспорт и CLI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3F6E5E-C5D3-4BE6-94E8-21EF73CD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8127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 тестов подготовки CAD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756150-3E67-4338-807C-908C0CF5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Блоки, повороты, масштаб, штриховки и ACIS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54A16D-2B4B-4EB5-8D79-76D77B11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2 000 сравнений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59A65C-FE7C-4449-A529-DB2BE732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385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Пространственный индекс против полного перебора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7E3AFF-3B7D-468E-A845-FA85E1FF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9577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DXF сохраняет исходные сущности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2C547E-1951-4882-949E-02C60964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9577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Посадки добавляются на слои GREENLEAVES_*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6F4D12-8E4A-4091-A707-83740532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530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Нужна экспертная проверка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687D19-F516-4572-A0EC-8FC8596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530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Нормы, полнота подосновы и пригодность реального плана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b4ef716ccce46b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90497-6E84-4C93-95F5-4E5AFBD2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52CCC6-03DE-4C97-8C58-A50D2DC3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00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Одно ядро расчёта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7EB6E-2EF0-49C2-BC1C-AD05E424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Подготовка CAD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66B058-1AE2-48C8-AF91-4D025D6A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328612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Локальный Python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Слои и внешние ссылки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Отчёт о проблемах исходника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6696EC-0103-4F96-8252-16B9FF42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381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Геометрическое ядро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59AE86-299B-4FA2-B8B9-306A6770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33813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JavaScript без внешнего AI API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Проверка точек и расстояний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Пространственный индекс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096D9A-A997-4D18-A795-CE9CD21A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3381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Интерфейс и выход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B7E83-AB01-4235-9462-C346025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29000"/>
            <a:ext cx="33813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Браузерная студия и CLI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Правки и отмена действий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DXF, JSON, CSV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8680892f325495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E6D8BA-1529-4E61-9F94-B35794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ПРИМЕНЕНИЕ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6CFF3F-A387-484B-988A-3BC24DCE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Пилот с проектной организацией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D4301D-6A82-4773-B8E4-844E6921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Пользователь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F86246-8F94-4FE6-8D9C-535BBE3C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Специалист, который готовит</a:t>
            </a:r>
          </a:p>
          <a:p xmlns:a="http://schemas.openxmlformats.org/drawingml/2006/main">
            <a:pPr>
              <a:def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варианты озеленения улицы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DA7A26-8AB3-4839-B043-46C24681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93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Что измеряем на пилоте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6418EA-D594-44DA-95D5-182EEECF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095875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Время подготовки варианта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Доля принятых экспертом предложений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Количество исправлений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Сохранность исходной геометрии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3CB461-7928-47F4-A7A5-111989A5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4124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41248"/>
                </a:solidFill>
                <a:latin typeface="Montserrat"/>
                <a:ea typeface="Montserrat"/>
                <a:cs typeface="Montserrat"/>
              </a:rPr>
              <a:t>Экономический эффект и готовность к закупке пока не подтверждены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2a50a814ee142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27030B-1C83-480E-A749-79B2B281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РАЗВИТИЕ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8F82D7-D025-4F55-A1AC-4209C7CB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Москва, затем исследование Дубая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1EE375-03DC-4C41-9FB4-FDEE96FD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Ближайшая работа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2BE07B-3799-459B-A857-7202989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Полная геометрия пилота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Нормативная матрица с источниками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Открытие результата в CAD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Измерение качества с экспертом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38F5F0-D34B-44B9-A633-9B220BE0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Адаптация к Дубаю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BCB9AB-BE8B-4996-8A1E-F735AE23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Местные нормы и ассортимент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Потребность растений в поливе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Оценка тени и условий участка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Интерфейс на английском языке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2f8e66a36d6487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rPr>
                <a:solidFill>
                  <a:schemeClr val="bg1"/>
                </a:solidFill>
              </a:rPr>
              <a:t>13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04D2B0-6453-4C66-8C5B-A4DCBF79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ДЕМОНСТРАЦИЯ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D5B07-4D12-43C7-8872-F8D323BC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Greenleaves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6259A6-E762-4316-8BDF-A796DAE9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Открыть участок. Рассчитать вариант.</a:t>
            </a:r>
          </a:p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Изменить посадку. Проверить отказ.</a:t>
            </a:r>
          </a:p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Выгрузить DXF и отчёт.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59D455-8E93-460C-8534-77847E71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rustamnova.github.io/greenleaves/studio/?demo=1</a:t>
            </a:r>
          </a:p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greenleaves-lct2026.netlify.app/studio/?demo=1</a:t>
            </a:r>
          </a:p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github.com/rustamnova/greenleaves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2026-09-29T14:08:57.4310000Z</dcterms:created>
  <dcterms:modified xsi:type="dcterms:W3CDTF">2026-09-29T14:08:57.4310000Z</dcterms:modified>
</coreProperties>
</file>